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491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4206240" cy="29718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274320"/>
            <a:ext cx="21031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74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287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flipkart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FLIPKART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Scraper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Product Intelligence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Price Monitoring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10896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3291840"/>
            <a:ext cx="1737360" cy="301752"/>
          </a:xfrm>
          <a:prstGeom prst="rect">
            <a:avLst/>
          </a:prstGeom>
          <a:solidFill>
            <a:srgbClr val="3A8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3291840"/>
            <a:ext cx="64008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3291840"/>
            <a:ext cx="1600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94560" y="3291840"/>
            <a:ext cx="1737360" cy="301752"/>
          </a:xfrm>
          <a:prstGeom prst="rect">
            <a:avLst/>
          </a:prstGeom>
          <a:solidFill>
            <a:srgbClr val="3A8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4560" y="3291840"/>
            <a:ext cx="64008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313432" y="3291840"/>
            <a:ext cx="1600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Monitoring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1737360" cy="301752"/>
          </a:xfrm>
          <a:prstGeom prst="rect">
            <a:avLst/>
          </a:prstGeom>
          <a:solidFill>
            <a:srgbClr val="3A88F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03320"/>
            <a:ext cx="64008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703320"/>
            <a:ext cx="1600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703320"/>
            <a:ext cx="1737360" cy="301752"/>
          </a:xfrm>
          <a:prstGeom prst="rect">
            <a:avLst/>
          </a:prstGeom>
          <a:solidFill>
            <a:srgbClr val="3A88F8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4560" y="3703320"/>
            <a:ext cx="64008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2313432" y="3703320"/>
            <a:ext cx="1600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502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0" y="960120"/>
            <a:ext cx="2011680" cy="36576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118872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188720"/>
            <a:ext cx="64008" cy="59436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66360" y="12344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3.13.12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66360" y="149047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1901952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1901952"/>
            <a:ext cx="64008" cy="59436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9019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66360" y="19476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BS4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66360" y="220370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HTML parsing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2615184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2615184"/>
            <a:ext cx="64008" cy="59436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26151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66360" y="26609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66360" y="291693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3328416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3328416"/>
            <a:ext cx="64008" cy="59436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3328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166360" y="33741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Openpyxl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166360" y="363016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0" y="4041648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4041648"/>
            <a:ext cx="64008" cy="59436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4041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166360" y="40873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166360" y="434340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297680" y="47548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Project  |  Python + Web Scraping  |  2024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91440" cy="91440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98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5361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extraction of real-time product data from Flipkart to facilitate market research and competitive price monitoring — transforming raw web noise into actionable business intelligence.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2743200" cy="251460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2743200" cy="73152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468880"/>
            <a:ext cx="411480" cy="411480"/>
          </a:xfrm>
          <a:prstGeom prst="ellipse">
            <a:avLst/>
          </a:prstGeom>
          <a:solidFill>
            <a:srgbClr val="1A5FC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87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Automate Search &amp; Retrieval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Programmatically query specific product categories like Mobiles and Laptops without manual browsing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331720"/>
            <a:ext cx="2743200" cy="251460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331720"/>
            <a:ext cx="2743200" cy="73152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7560" y="2468880"/>
            <a:ext cx="411480" cy="411480"/>
          </a:xfrm>
          <a:prstGeom prst="ellipse">
            <a:avLst/>
          </a:prstGeom>
          <a:solidFill>
            <a:srgbClr val="1A5FCC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2487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Structured Data Extraction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37560" y="301752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unstructured HTML into clean, structured CSV/Excel datasets ready for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2331720"/>
            <a:ext cx="2743200" cy="251460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331720"/>
            <a:ext cx="2743200" cy="73152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2468880"/>
            <a:ext cx="411480" cy="411480"/>
          </a:xfrm>
          <a:prstGeom prst="ellipse">
            <a:avLst/>
          </a:prstGeom>
          <a:solidFill>
            <a:srgbClr val="1A5FCC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2487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Price &amp; Discount Monitoring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63640" y="301752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price fluctuations and discount trends over time for competitive market analysis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EAFE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36118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50292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Scraping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920240"/>
            <a:ext cx="64008" cy="804672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751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with custom headers/User-Agent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92608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926080"/>
            <a:ext cx="64008" cy="804672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80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parsing &amp; DOM navigation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93192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931920"/>
            <a:ext cx="64008" cy="804672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867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279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JS &amp; login pop-up handling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1234440"/>
            <a:ext cx="2834640" cy="36118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234440"/>
            <a:ext cx="28346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234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Data Processing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29000" y="192024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1920240"/>
            <a:ext cx="64008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19751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66160" y="22677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DataFrames, cleaning &amp; filtering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292608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0" y="2926080"/>
            <a:ext cx="64008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2980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66160" y="3273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(.xlsx) export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393192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29000" y="3931920"/>
            <a:ext cx="64008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39867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module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66160" y="4279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flat file export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1234440"/>
            <a:ext cx="2834640" cy="36118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1234440"/>
            <a:ext cx="28346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234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Visualization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46520" y="192024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46520" y="1920240"/>
            <a:ext cx="64008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19751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83680" y="22677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charts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46520" y="292608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6520" y="2926080"/>
            <a:ext cx="64008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2980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583680" y="3273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rating analysis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46520" y="393192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46520" y="3931920"/>
            <a:ext cx="64008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39867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(opt.)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583680" y="4279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price trend graphs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3.x   |   Environment: Jupyter Notebook / VS Code   |   OS: Windows / Linux / macOS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&amp;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00200" y="2240280"/>
            <a:ext cx="411480" cy="7315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1901952" y="214884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280160" cy="3520440"/>
          </a:xfrm>
          <a:prstGeom prst="rect">
            <a:avLst/>
          </a:prstGeom>
          <a:solidFill>
            <a:srgbClr val="1A5FC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10058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74320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with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 headers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240280"/>
            <a:ext cx="411480" cy="7315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214884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1234440"/>
            <a:ext cx="1280160" cy="35204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325880"/>
            <a:ext cx="457200" cy="4572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94560" y="2606040"/>
            <a:ext cx="10058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274320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DOM object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83480" y="2240280"/>
            <a:ext cx="411480" cy="7315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5285232" y="214884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1234440"/>
            <a:ext cx="1280160" cy="352044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60520" y="1325880"/>
            <a:ext cx="457200" cy="4572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605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9476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86200" y="2606040"/>
            <a:ext cx="10058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794760" y="274320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div classes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 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2240280"/>
            <a:ext cx="411480" cy="7315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6976872" y="214884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1234440"/>
            <a:ext cx="1280160" cy="352044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52160" y="1325880"/>
            <a:ext cx="457200" cy="4572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2606040"/>
            <a:ext cx="10058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274320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₹ symbols,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numeric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1234440"/>
            <a:ext cx="1280160" cy="352044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43800" y="1325880"/>
            <a:ext cx="457200" cy="4572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5438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7804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69480" y="2606040"/>
            <a:ext cx="10058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178040" y="274320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export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Linear data pipeline ensures data integrity at each transformation stage before storage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&amp; Data Fields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1115568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73152" cy="1115568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435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Product Identity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&amp; Brand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 ID (ASIN)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4023360" cy="1115568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68880"/>
            <a:ext cx="73152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32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Pricing Metrics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2740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Selling Price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33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MRP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325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4023360" cy="1115568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49040"/>
            <a:ext cx="73152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039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Trust Signals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(e.g. 4.2/5)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407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 Count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4023360" cy="1115568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188720"/>
            <a:ext cx="73152" cy="11155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2435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Specifications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RAM / Processor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Variant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468880"/>
            <a:ext cx="4023360" cy="1115568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468880"/>
            <a:ext cx="73152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4632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Availability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0" y="2740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3033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Assured Badge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749040"/>
            <a:ext cx="4023360" cy="1115568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749040"/>
            <a:ext cx="73152" cy="11155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8039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Bonus Fields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Name &amp; Rating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0" y="4407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Timeframe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solidFill>
            <a:srgbClr val="1A5FC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12+ Data Fields Captured Per Product Listing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Scraper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069080"/>
          </a:xfrm>
          <a:prstGeom prst="rect">
            <a:avLst/>
          </a:prstGeom>
          <a:solidFill>
            <a:srgbClr val="E2EC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requests, pandas as pd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7442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bs4 import BeautifulSoup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39446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"User-Agent": BROWSER_AGENT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71450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03454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scrape_flipkart(query, pages=3):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= f"flipkart.com/search?q={query}"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458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 = requests.get(url, headers=HEADERS)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soup = BeautifulSoup(resp.text, "html.parser")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67462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83464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products = []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99466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item in soup.find_all("div",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15468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{"class": PRODUCT_CLASS}):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31470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= item.find("a", {"class": TITLE}).text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47472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= item.find("div", {"class": PRICE}).text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63474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products.append({"name": name, "price": price})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79476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95478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 = pd.DataFrame(products)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11480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df.to_excel("flipkart_data.xlsx")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60720" y="182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669280" y="822960"/>
            <a:ext cx="3200400" cy="685800"/>
          </a:xfrm>
          <a:prstGeom prst="rect">
            <a:avLst/>
          </a:prstGeom>
          <a:solidFill>
            <a:srgbClr val="E2EC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822960"/>
            <a:ext cx="64008" cy="68580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8686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Step 1 — Request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06440" y="1124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GET request with browser-like headers to avoid 403 blocks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0" y="1627632"/>
            <a:ext cx="3200400" cy="685800"/>
          </a:xfrm>
          <a:prstGeom prst="rect">
            <a:avLst/>
          </a:prstGeom>
          <a:solidFill>
            <a:srgbClr val="E2EC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1627632"/>
            <a:ext cx="64008" cy="68580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33" name="Text 31"/>
          <p:cNvSpPr/>
          <p:nvPr/>
        </p:nvSpPr>
        <p:spPr>
          <a:xfrm>
            <a:off x="5806440" y="1673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Step 2 — Parse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06440" y="19293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builds a traversable DOM tree from raw HTML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2432304"/>
            <a:ext cx="3200400" cy="685800"/>
          </a:xfrm>
          <a:prstGeom prst="rect">
            <a:avLst/>
          </a:prstGeom>
          <a:solidFill>
            <a:srgbClr val="E2EC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0" y="2432304"/>
            <a:ext cx="64008" cy="68580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37" name="Text 35"/>
          <p:cNvSpPr/>
          <p:nvPr/>
        </p:nvSpPr>
        <p:spPr>
          <a:xfrm>
            <a:off x="5806440" y="24780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Step 3 — Extract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06440" y="27340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class selectors target product cards and pull fields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3236976"/>
            <a:ext cx="3200400" cy="685800"/>
          </a:xfrm>
          <a:prstGeom prst="rect">
            <a:avLst/>
          </a:prstGeom>
          <a:solidFill>
            <a:srgbClr val="E2EC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69280" y="3236976"/>
            <a:ext cx="64008" cy="68580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41" name="Text 39"/>
          <p:cNvSpPr/>
          <p:nvPr/>
        </p:nvSpPr>
        <p:spPr>
          <a:xfrm>
            <a:off x="5806440" y="3282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Step 4 — Clean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806440" y="3538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₹, commas; convert to int/float for numeric analysis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0" y="4041648"/>
            <a:ext cx="3200400" cy="685800"/>
          </a:xfrm>
          <a:prstGeom prst="rect">
            <a:avLst/>
          </a:prstGeom>
          <a:solidFill>
            <a:srgbClr val="E2EC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69280" y="4041648"/>
            <a:ext cx="64008" cy="68580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45" name="Text 43"/>
          <p:cNvSpPr/>
          <p:nvPr/>
        </p:nvSpPr>
        <p:spPr>
          <a:xfrm>
            <a:off x="5806440" y="40873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Step 5 — Save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0644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exports to structured Excel or CSV for downstream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Cases &amp;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7830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280160"/>
            <a:ext cx="914400" cy="228600"/>
          </a:xfrm>
          <a:prstGeom prst="rect">
            <a:avLst/>
          </a:prstGeom>
          <a:solidFill>
            <a:srgbClr val="1A5FCC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280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Consumer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Price Alert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7556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notify users when a specific product drops below a target threshold. Ideal for budget-conscious shoppers tracking flagship smartphones.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17830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280160"/>
            <a:ext cx="91440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80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NLP / AI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0128" y="1325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Sentiment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17556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thousands of customer reviews to identify common pros/cons across product categories using NLP pipelines.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743200" cy="17830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88720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1280160"/>
            <a:ext cx="91440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1280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B2B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36208" y="1325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Market Benchmarking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36208" y="17556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technical specifications and price-to-performance ratios across competing brands within any given budget range.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2743200" cy="17830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08960"/>
            <a:ext cx="27432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3200400"/>
            <a:ext cx="9144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3200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Analytics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4048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Discount Trend Analysis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3675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seasonal sale events (Big Billion Days, Republic Day Sale) to predict optimal buying windows for consumers.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743200" cy="17830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108960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3200400"/>
            <a:ext cx="9144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200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E-commerce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0128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Seller Intelligence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10128" y="3675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seller performance metrics (ratings, Assured badge, delivery time) to identify top-performing vendors.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108960"/>
            <a:ext cx="2743200" cy="1783080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108960"/>
            <a:ext cx="2743200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7" name="Shape 35"/>
          <p:cNvSpPr/>
          <p:nvPr/>
        </p:nvSpPr>
        <p:spPr>
          <a:xfrm>
            <a:off x="7863840" y="3200400"/>
            <a:ext cx="914400" cy="2286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3200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Academia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36208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Research Datasets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36208" y="3675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labeled datasets from ratings and reviews for academic machine learning research and data science competitions.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74320"/>
            <a:ext cx="20116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74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87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flipkart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2286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82880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Python-powered web scraping converts raw, unstructured web data into a structured intelligence layer — enabling smarter decisions for buyers, businesses, and researchers alike.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383280"/>
            <a:ext cx="3657600" cy="1371600"/>
          </a:xfrm>
          <a:prstGeom prst="rect">
            <a:avLst/>
          </a:prstGeom>
          <a:solidFill>
            <a:srgbClr val="1A5FC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38328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37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9E0B"/>
                </a:solidFill>
              </a:rPr>
              <a:t>"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Transforming raw web noise into actionable business intelligence.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457200"/>
            <a:ext cx="21031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457200"/>
            <a:ext cx="2103120" cy="64008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640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389120" y="1234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87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5-Layer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89120" y="1828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457200"/>
            <a:ext cx="21031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457200"/>
            <a:ext cx="2103120" cy="64008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640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20840" y="1234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87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Captured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2651760"/>
            <a:ext cx="21031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2651760"/>
            <a:ext cx="2103120" cy="64008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38912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87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389120" y="4023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Used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2651760"/>
            <a:ext cx="21031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2651760"/>
            <a:ext cx="2103120" cy="64008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72084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87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720840" y="4023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Use Cases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4709160"/>
            <a:ext cx="4572000" cy="27432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Thank You  | 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851</Words>
  <Application>Microsoft Office PowerPoint</Application>
  <PresentationFormat>On-screen Show (16:9)</PresentationFormat>
  <Paragraphs>188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Web Scraper</dc:title>
  <dc:subject>PptxGenJS Presentation</dc:subject>
  <dc:creator>Data Engineering Project</dc:creator>
  <cp:lastModifiedBy>Atharva Thaware</cp:lastModifiedBy>
  <cp:revision>2</cp:revision>
  <dcterms:created xsi:type="dcterms:W3CDTF">2026-03-17T05:41:15Z</dcterms:created>
  <dcterms:modified xsi:type="dcterms:W3CDTF">2026-03-18T14:43:45Z</dcterms:modified>
</cp:coreProperties>
</file>